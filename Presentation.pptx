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Secure Coding Guide for Beginners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OWASP Top 10:2025 • Capstone 4</a:t>
            </a:r>
            <a:br/>
            <a:r>
              <a:t>Second-year CSE students</a:t>
            </a:r>
            <a:br/>
            <a:r>
              <a:t>Name: __________ | College: 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Learn common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Practice defensive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Verify AI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Why secure coding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Security is a development habit—not a final patch.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Protect user data and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Reduce bugs before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OWASP Top 10 is an awareness guide, not a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OWASP Top 10:2025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Ten categories, one goal: reduce application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A01 Broken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A02 Security Misconfiguration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A03 Software Supply Chain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A04 Cryptographic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943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A05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A06 Insecure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418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A07 Authentication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616305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A08 Software or Data Integrity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668426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A09 Security Logging and Alerting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720547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A10 Mishandling of Exceptional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Five safer coding habits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Choose established defensive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SQL: use PreparedStatement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Input: validate server-side type and 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Access: check authorization on every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Passwords: use maintained password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9943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Browser: use textContent for plain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Verify AI-generated 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AI can be helpful and confidently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Check official OWASP, NIST, MDN and Java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Compile and test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Record hallucinations, version issues and corrections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A pattern checker cannot prove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55680" cy="5806440"/>
          </a:xfrm>
          <a:prstGeom prst="rect">
            <a:avLst/>
          </a:prstGeom>
          <a:solidFill>
            <a:srgbClr val="13243C"/>
          </a:solidFill>
          <a:ln>
            <a:solidFill>
              <a:srgbClr val="37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2296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57D6B5"/>
                </a:solidFill>
              </a:defRPr>
            </a:pPr>
            <a:r>
              <a:t>Ethics &amp;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E1F1"/>
                </a:solidFill>
              </a:defRPr>
            </a:pPr>
            <a:r>
              <a:t>Learn defensively and practice with permission.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Use your own local app or authorized training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3580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Never expose secrets or private data to public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557015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Design → code → test → review → document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7822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0F5FC"/>
                </a:solidFill>
              </a:defRPr>
            </a:pPr>
            <a:r>
              <a:t>•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2764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6AFCD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